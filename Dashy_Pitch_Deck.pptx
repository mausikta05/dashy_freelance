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82880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F2FE"/>
                </a:solidFill>
              </a:defRPr>
            </a:pPr>
            <a:r>
              <a:t>DASHY PROTOCOL</a:t>
            </a:r>
          </a:p>
          <a:p>
            <a:pPr>
              <a:defRPr sz="2200" b="1">
                <a:solidFill>
                  <a:srgbClr val="F0F2FF"/>
                </a:solidFill>
              </a:defRPr>
            </a:pPr>
            <a:r>
              <a:t>The Decentralized Labor, Escrow &amp; Reputation Engine on Stellar (Soroban)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840480"/>
            <a:ext cx="8869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699"/>
                </a:solidFill>
              </a:defRPr>
            </a:pPr>
            <a:r>
              <a:t>⚡ 100% Trustless Escrow  |  🛡️ On-Chain Reputation Badges (RPT)  |  💸 5% Platform Fee</a:t>
            </a:r>
          </a:p>
          <a:p>
            <a:pPr>
              <a:defRPr sz="1200">
                <a:solidFill>
                  <a:srgbClr val="96A0B9"/>
                </a:solidFill>
              </a:defRPr>
            </a:pPr>
            <a:r>
              <a:t>Live Terminal: https://dashy-freelance-seven.vercel.app/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2FF"/>
                </a:solidFill>
              </a:defRPr>
            </a:pPr>
            <a:r>
              <a:t>The Freelance Economy is Broken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384"/>
                </a:solidFill>
              </a:defRPr>
            </a:pPr>
            <a:r>
              <a:t>❌  Exorbitant Platform Fees</a:t>
            </a:r>
          </a:p>
          <a:p>
            <a:pPr>
              <a:defRPr sz="1300">
                <a:solidFill>
                  <a:srgbClr val="96A0B9"/>
                </a:solidFill>
              </a:defRPr>
            </a:pPr>
            <a:r>
              <a:t>Web2 giants like Upwork &amp; Fiverr take 15% - 20% from hard-working freelancers, eroding earnings.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384"/>
                </a:solidFill>
              </a:defRPr>
            </a:pPr>
            <a:r>
              <a:t>❌  Payment Delays &amp; Chasing</a:t>
            </a:r>
          </a:p>
          <a:p>
            <a:pPr>
              <a:defRPr sz="1300">
                <a:solidFill>
                  <a:srgbClr val="96A0B9"/>
                </a:solidFill>
              </a:defRPr>
            </a:pPr>
            <a:r>
              <a:t>Bank holds &amp; dispute periods delay worker payouts by 5-14 days. Freelancers risk non-payment.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384"/>
                </a:solidFill>
              </a:defRPr>
            </a:pPr>
            <a:r>
              <a:t>❌  Opaque Centralized Arbitration</a:t>
            </a:r>
          </a:p>
          <a:p>
            <a:pPr>
              <a:defRPr sz="1300">
                <a:solidFill>
                  <a:srgbClr val="96A0B9"/>
                </a:solidFill>
              </a:defRPr>
            </a:pPr>
            <a:r>
              <a:t>Disputes are resolved arbitrarily behind closed doors by corporate reps, biased towards clients.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384"/>
                </a:solidFill>
              </a:defRPr>
            </a:pPr>
            <a:r>
              <a:t>❌  Reputational Lock-In</a:t>
            </a:r>
          </a:p>
          <a:p>
            <a:pPr>
              <a:defRPr sz="1300">
                <a:solidFill>
                  <a:srgbClr val="96A0B9"/>
                </a:solidFill>
              </a:defRPr>
            </a:pPr>
            <a:r>
              <a:t>Reviews &amp; trust history are locked inside proprietary silos. Freelancers cannot port their reputation.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2FF"/>
                </a:solidFill>
              </a:defRPr>
            </a:pPr>
            <a:r>
              <a:t>Dashy: Decentralized Smart Contract Escrow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2FE"/>
                </a:solidFill>
              </a:defRPr>
            </a:pPr>
            <a:r>
              <a:t>01.</a:t>
            </a:r>
          </a:p>
          <a:p>
            <a:pPr>
              <a:defRPr sz="1800" b="1">
                <a:solidFill>
                  <a:srgbClr val="F0F2FF"/>
                </a:solidFill>
              </a:defRPr>
            </a:pPr>
            <a:r>
              <a:t>Trustless Soroban Escrow</a:t>
            </a:r>
          </a:p>
          <a:p>
            <a:pPr>
              <a:defRPr sz="1300">
                <a:solidFill>
                  <a:srgbClr val="96A0B9"/>
                </a:solidFill>
              </a:defRPr>
            </a:pPr>
            <a:r>
              <a:t>Pact funds locked on-chain immediately at job creation. Cryptographic proof of liquidity before work begins.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38328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00E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E699"/>
                </a:solidFill>
              </a:defRPr>
            </a:pPr>
            <a:r>
              <a:t>02.</a:t>
            </a:r>
          </a:p>
          <a:p>
            <a:pPr>
              <a:defRPr sz="1800" b="1">
                <a:solidFill>
                  <a:srgbClr val="F0F2FF"/>
                </a:solidFill>
              </a:defRPr>
            </a:pPr>
            <a:r>
              <a:t>Instant Milestone Payouts</a:t>
            </a:r>
          </a:p>
          <a:p>
            <a:pPr>
              <a:defRPr sz="1300">
                <a:solidFill>
                  <a:srgbClr val="96A0B9"/>
                </a:solidFill>
              </a:defRPr>
            </a:pPr>
            <a:r>
              <a:t>Settlement executes atomically in seconds via Stellar network upon client approval (95% Worker / 5% Protocol).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463040"/>
            <a:ext cx="338328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82880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D4EDD"/>
                </a:solidFill>
              </a:defRPr>
            </a:pPr>
            <a:r>
              <a:t>03.</a:t>
            </a:r>
          </a:p>
          <a:p>
            <a:pPr>
              <a:defRPr sz="1800" b="1">
                <a:solidFill>
                  <a:srgbClr val="F0F2FF"/>
                </a:solidFill>
              </a:defRPr>
            </a:pPr>
            <a:r>
              <a:t>Sovereign Reputation Tokens (RPT)</a:t>
            </a:r>
          </a:p>
          <a:p>
            <a:pPr>
              <a:defRPr sz="1300">
                <a:solidFill>
                  <a:srgbClr val="96A0B9"/>
                </a:solidFill>
              </a:defRPr>
            </a:pPr>
            <a:r>
              <a:t>Non-transferable Reputation Tokens minted automatically on-chain. Workers own their verified trust score.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TECHNICAL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2FF"/>
                </a:solidFill>
              </a:defRPr>
            </a:pPr>
            <a:r>
              <a:t>Soroban Smart Contract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3716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2FE"/>
                </a:solidFill>
              </a:defRPr>
            </a:pPr>
            <a:r>
              <a:t>EscrowVault Contract</a:t>
            </a:r>
          </a:p>
          <a:p>
            <a:pPr>
              <a:defRPr sz="1300">
                <a:solidFill>
                  <a:srgbClr val="F0F2FF"/>
                </a:solidFill>
              </a:defRPr>
            </a:pPr>
            <a:r>
              <a:t>Manages financial state machine: create_job(), assign_worker(), release_payment(), dispute(). Locks XLM/Stablecoins.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10698480" cy="13716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9D4EDD"/>
                </a:solidFill>
              </a:defRPr>
            </a:pPr>
            <a:r>
              <a:t>ProofWork Contract</a:t>
            </a:r>
          </a:p>
          <a:p>
            <a:pPr>
              <a:defRPr sz="1300">
                <a:solidFill>
                  <a:srgbClr val="F0F2FF"/>
                </a:solidFill>
              </a:defRPr>
            </a:pPr>
            <a:r>
              <a:t>Inter-Contract Calls (ICC) dynamically calculate &amp; mint non-transferable Reputation Tokens (RPT) upon verified job completion.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00E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93776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699"/>
                </a:solidFill>
              </a:defRPr>
            </a:pPr>
            <a:r>
              <a:t>GodMode Admin Governance</a:t>
            </a:r>
          </a:p>
          <a:p>
            <a:pPr>
              <a:defRPr sz="1300">
                <a:solidFill>
                  <a:srgbClr val="F0F2FF"/>
                </a:solidFill>
              </a:defRPr>
            </a:pPr>
            <a:r>
              <a:t>Provides fail-safe mediation protocols, diagnostic RPC pings, treasury fee distribution, and emergency circuit breakers.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ECOSYSTEM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2FF"/>
                </a:solidFill>
              </a:defRPr>
            </a:pPr>
            <a:r>
              <a:t>Target User Roles &amp; Workflows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2FE"/>
                </a:solidFill>
              </a:defRPr>
            </a:pPr>
            <a:r>
              <a:t>Worker Persona</a:t>
            </a:r>
          </a:p>
          <a:p>
            <a:pPr>
              <a:defRPr sz="1300">
                <a:solidFill>
                  <a:srgbClr val="F0F2FF"/>
                </a:solidFill>
              </a:defRPr>
            </a:pPr>
            <a:r>
              <a:t>• Browse OPEN job contracts</a:t>
            </a:r>
          </a:p>
          <a:p>
            <a:pPr>
              <a:defRPr sz="1300">
                <a:solidFill>
                  <a:srgbClr val="F0F2FF"/>
                </a:solidFill>
              </a:defRPr>
            </a:pPr>
            <a:r>
              <a:t>• Freeze profile &amp; submit work evidence</a:t>
            </a:r>
          </a:p>
          <a:p>
            <a:pPr>
              <a:defRPr sz="1300">
                <a:solidFill>
                  <a:srgbClr val="F0F2FF"/>
                </a:solidFill>
              </a:defRPr>
            </a:pPr>
            <a:r>
              <a:t>• Receive 95% payout &amp; RPT badges</a:t>
            </a:r>
          </a:p>
          <a:p>
            <a:pPr>
              <a:defRPr sz="1300">
                <a:solidFill>
                  <a:srgbClr val="F0F2FF"/>
                </a:solidFill>
              </a:defRPr>
            </a:pPr>
            <a:r>
              <a:t>• Level up trust score tier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38328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9D4EDD"/>
                </a:solidFill>
              </a:defRPr>
            </a:pPr>
            <a:r>
              <a:t>Company Persona</a:t>
            </a:r>
          </a:p>
          <a:p>
            <a:pPr>
              <a:defRPr sz="1300">
                <a:solidFill>
                  <a:srgbClr val="F0F2FF"/>
                </a:solidFill>
              </a:defRPr>
            </a:pPr>
            <a:r>
              <a:t>• Post job &amp; lock XLM in escrow</a:t>
            </a:r>
          </a:p>
          <a:p>
            <a:pPr>
              <a:defRPr sz="1300">
                <a:solidFill>
                  <a:srgbClr val="F0F2FF"/>
                </a:solidFill>
              </a:defRPr>
            </a:pPr>
            <a:r>
              <a:t>• Review applicant array &amp; hire</a:t>
            </a:r>
          </a:p>
          <a:p>
            <a:pPr>
              <a:defRPr sz="1300">
                <a:solidFill>
                  <a:srgbClr val="F0F2FF"/>
                </a:solidFill>
              </a:defRPr>
            </a:pPr>
            <a:r>
              <a:t>• Review GitHub/IPFS proof of work</a:t>
            </a:r>
          </a:p>
          <a:p>
            <a:pPr>
              <a:defRPr sz="1300">
                <a:solidFill>
                  <a:srgbClr val="F0F2FF"/>
                </a:solidFill>
              </a:defRPr>
            </a:pPr>
            <a:r>
              <a:t>• Approve instant payout or dispute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463040"/>
            <a:ext cx="338328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73736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699"/>
                </a:solidFill>
              </a:defRPr>
            </a:pPr>
            <a:r>
              <a:t>Admin Persona</a:t>
            </a:r>
          </a:p>
          <a:p>
            <a:pPr>
              <a:defRPr sz="1300">
                <a:solidFill>
                  <a:srgbClr val="F0F2FF"/>
                </a:solidFill>
              </a:defRPr>
            </a:pPr>
            <a:r>
              <a:t>• Run live Soroban RPC diagnostics</a:t>
            </a:r>
          </a:p>
          <a:p>
            <a:pPr>
              <a:defRPr sz="1300">
                <a:solidFill>
                  <a:srgbClr val="F0F2FF"/>
                </a:solidFill>
              </a:defRPr>
            </a:pPr>
            <a:r>
              <a:t>• Mediate disputed pacts with slider</a:t>
            </a:r>
          </a:p>
          <a:p>
            <a:pPr>
              <a:defRPr sz="1300">
                <a:solidFill>
                  <a:srgbClr val="F0F2FF"/>
                </a:solidFill>
              </a:defRPr>
            </a:pPr>
            <a:r>
              <a:t>• Sweep 5% accumulated protocol fee</a:t>
            </a:r>
          </a:p>
          <a:p>
            <a:pPr>
              <a:defRPr sz="1300">
                <a:solidFill>
                  <a:srgbClr val="F0F2FF"/>
                </a:solidFill>
              </a:defRPr>
            </a:pPr>
            <a:r>
              <a:t>• Manage genesis contracts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TRACTION &amp;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2FF"/>
                </a:solidFill>
              </a:defRPr>
            </a:pPr>
            <a:r>
              <a:t>Validation &amp; Live Survey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146304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2FE"/>
                </a:solidFill>
              </a:defRPr>
            </a:pPr>
            <a:r>
              <a:t>50+</a:t>
            </a:r>
          </a:p>
          <a:p>
            <a:pPr>
              <a:defRPr sz="1200" b="1">
                <a:solidFill>
                  <a:srgbClr val="F0F2FF"/>
                </a:solidFill>
              </a:defRPr>
            </a:pPr>
            <a:r>
              <a:t>Testnet Responses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383280" cy="146304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5544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2FE"/>
                </a:solidFill>
              </a:defRPr>
            </a:pPr>
            <a:r>
              <a:t>100%</a:t>
            </a:r>
          </a:p>
          <a:p>
            <a:pPr>
              <a:defRPr sz="1200" b="1">
                <a:solidFill>
                  <a:srgbClr val="F0F2FF"/>
                </a:solidFill>
              </a:defRPr>
            </a:pPr>
            <a:r>
              <a:t>Escrow Settlement Success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463040"/>
            <a:ext cx="3383280" cy="146304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9" y="15544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2FE"/>
                </a:solidFill>
              </a:defRPr>
            </a:pPr>
            <a:r>
              <a:t>5%</a:t>
            </a:r>
          </a:p>
          <a:p>
            <a:pPr>
              <a:defRPr sz="1200" b="1">
                <a:solidFill>
                  <a:srgbClr val="F0F2FF"/>
                </a:solidFill>
              </a:defRPr>
            </a:pPr>
            <a:r>
              <a:t>Transparent Protocol Fee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10698480" cy="283464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699"/>
                </a:solidFill>
              </a:defRPr>
            </a:pPr>
            <a:r>
              <a:t>💬 Key Feedback from Live Testnet Users:</a:t>
            </a:r>
          </a:p>
          <a:p>
            <a:pPr>
              <a:defRPr sz="1300">
                <a:solidFill>
                  <a:srgbClr val="96A0B9"/>
                </a:solidFill>
              </a:defRPr>
            </a:pPr>
            <a:r>
              <a:t>• "The smart contract escrow eliminates payment chasing and makes working with new clients stress-free."</a:t>
            </a:r>
          </a:p>
          <a:p>
            <a:pPr>
              <a:defRPr sz="1300">
                <a:solidFill>
                  <a:srgbClr val="96A0B9"/>
                </a:solidFill>
              </a:defRPr>
            </a:pPr>
            <a:r>
              <a:t>• "Instant milestone payouts on Stellar testnet are a game changer compared to traditional 5-day bank holds."</a:t>
            </a:r>
          </a:p>
          <a:p>
            <a:pPr>
              <a:defRPr sz="1300">
                <a:solidFill>
                  <a:srgbClr val="96A0B9"/>
                </a:solidFill>
              </a:defRPr>
            </a:pPr>
            <a:r>
              <a:t>• "Low platform fees and transparent on-chain tracking make this way better than Web2 freelancing hubs."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2FF"/>
                </a:solidFill>
              </a:defRPr>
            </a:pPr>
            <a:r>
              <a:t>Protocol Monetization &amp; Economics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3716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2FE"/>
                </a:solidFill>
              </a:defRPr>
            </a:pPr>
            <a:r>
              <a:t>5% Protocol Escrow Fee</a:t>
            </a:r>
          </a:p>
          <a:p>
            <a:pPr>
              <a:defRPr sz="1300">
                <a:solidFill>
                  <a:srgbClr val="F0F2FF"/>
                </a:solidFill>
              </a:defRPr>
            </a:pPr>
            <a:r>
              <a:t>Dashy takes a minimal 5% protocol fee on completed pacts (compared to 20% on Upwork). 95% goes directly to the worker.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10698480" cy="13716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00E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699"/>
                </a:solidFill>
              </a:defRPr>
            </a:pPr>
            <a:r>
              <a:t>Stellar Low-Cost Gas</a:t>
            </a:r>
          </a:p>
          <a:p>
            <a:pPr>
              <a:defRPr sz="1300">
                <a:solidFill>
                  <a:srgbClr val="F0F2FF"/>
                </a:solidFill>
              </a:defRPr>
            </a:pPr>
            <a:r>
              <a:t>Built on Stellar/Soroban ensuring sub-cent network transaction fees, keeping friction negligible for micro-gigs.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93776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9D4EDD"/>
                </a:solidFill>
              </a:defRPr>
            </a:pPr>
            <a:r>
              <a:t>USDC/EURC Stablecoin Expansion</a:t>
            </a:r>
          </a:p>
          <a:p>
            <a:pPr>
              <a:defRPr sz="1300">
                <a:solidFill>
                  <a:srgbClr val="F0F2FF"/>
                </a:solidFill>
              </a:defRPr>
            </a:pPr>
            <a:r>
              <a:t>Planned integration of native Stellar USDC/EURC stablecoins to protect international freelancers from crypto price volatility.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2FF"/>
                </a:solidFill>
              </a:defRPr>
            </a:pPr>
            <a:r>
              <a:t>Why Dashy Wins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2FE"/>
                </a:solidFill>
              </a:defRPr>
            </a:pPr>
            <a:r>
              <a:t>Feature Comparison Matrix</a:t>
            </a:r>
          </a:p>
          <a:p>
            <a:pPr>
              <a:defRPr sz="1400">
                <a:solidFill>
                  <a:srgbClr val="F0F2FF"/>
                </a:solidFill>
              </a:defRPr>
            </a:pPr>
            <a:r>
              <a:t>• Platform Take-Rate:  5% (Transparent)  (vs Web2: 15% - 20%)</a:t>
            </a:r>
          </a:p>
          <a:p>
            <a:pPr>
              <a:defRPr sz="1400">
                <a:solidFill>
                  <a:srgbClr val="F0F2FF"/>
                </a:solidFill>
              </a:defRPr>
            </a:pPr>
            <a:r>
              <a:t>• Escrow Mechanism:  Soroban Smart Contract  (vs Web2: Centralized Bank Hold)</a:t>
            </a:r>
          </a:p>
          <a:p>
            <a:pPr>
              <a:defRPr sz="1400">
                <a:solidFill>
                  <a:srgbClr val="F0F2FF"/>
                </a:solidFill>
              </a:defRPr>
            </a:pPr>
            <a:r>
              <a:t>• Payout Speed:  Instant (&lt; 5 Seconds)  (vs Web2: 5 - 14 Days)</a:t>
            </a:r>
          </a:p>
          <a:p>
            <a:pPr>
              <a:defRPr sz="1400">
                <a:solidFill>
                  <a:srgbClr val="F0F2FF"/>
                </a:solidFill>
              </a:defRPr>
            </a:pPr>
            <a:r>
              <a:t>• Reputation Ownership:  Sovereign On-Chain RPT  (vs Web2: Locked to Platform)</a:t>
            </a:r>
          </a:p>
          <a:p>
            <a:pPr>
              <a:defRPr sz="1400">
                <a:solidFill>
                  <a:srgbClr val="F0F2FF"/>
                </a:solidFill>
              </a:defRPr>
            </a:pPr>
            <a:r>
              <a:t>• Dispute Resolution:  GodMode On-Chain Audit  (vs Web2: Opaque Admin Decision)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PRODUCT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2FF"/>
                </a:solidFill>
              </a:defRPr>
            </a:pPr>
            <a:r>
              <a:t>Future Development &amp; Milestones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2FE"/>
                </a:solidFill>
              </a:defRPr>
            </a:pPr>
            <a:r>
              <a:t>Phase 1: Testnet &amp; Escrow (Current)</a:t>
            </a:r>
          </a:p>
          <a:p>
            <a:pPr>
              <a:defRPr sz="1200">
                <a:solidFill>
                  <a:srgbClr val="F0F2FF"/>
                </a:solidFill>
              </a:defRPr>
            </a:pPr>
            <a:r>
              <a:t>✓ Soroban Smart Contracts deployed</a:t>
            </a:r>
          </a:p>
          <a:p>
            <a:pPr>
              <a:defRPr sz="1200">
                <a:solidFill>
                  <a:srgbClr val="F0F2FF"/>
                </a:solidFill>
              </a:defRPr>
            </a:pPr>
            <a:r>
              <a:t>✓ Freighter Wallet Integration</a:t>
            </a:r>
          </a:p>
          <a:p>
            <a:pPr>
              <a:defRPr sz="1200">
                <a:solidFill>
                  <a:srgbClr val="F0F2FF"/>
                </a:solidFill>
              </a:defRPr>
            </a:pPr>
            <a:r>
              <a:t>✓ 50+ User Testnet Survey Validated</a:t>
            </a:r>
          </a:p>
          <a:p>
            <a:pPr>
              <a:defRPr sz="1200">
                <a:solidFill>
                  <a:srgbClr val="F0F2FF"/>
                </a:solidFill>
              </a:defRPr>
            </a:pPr>
            <a:r>
              <a:t>✓ GodMode Admin Mediation 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38328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D4EDD"/>
                </a:solidFill>
              </a:defRPr>
            </a:pPr>
            <a:r>
              <a:t>Phase 2: Stablecoins &amp; Mainnet (Q3 2026)</a:t>
            </a:r>
          </a:p>
          <a:p>
            <a:pPr>
              <a:defRPr sz="1200">
                <a:solidFill>
                  <a:srgbClr val="F0F2FF"/>
                </a:solidFill>
              </a:defRPr>
            </a:pPr>
            <a:r>
              <a:t>✓ Stellar Mainnet Deployment</a:t>
            </a:r>
          </a:p>
          <a:p>
            <a:pPr>
              <a:defRPr sz="1200">
                <a:solidFill>
                  <a:srgbClr val="F0F2FF"/>
                </a:solidFill>
              </a:defRPr>
            </a:pPr>
            <a:r>
              <a:t>✓ USDC &amp; EURC Stablecoin Support</a:t>
            </a:r>
          </a:p>
          <a:p>
            <a:pPr>
              <a:defRPr sz="1200">
                <a:solidFill>
                  <a:srgbClr val="F0F2FF"/>
                </a:solidFill>
              </a:defRPr>
            </a:pPr>
            <a:r>
              <a:t>✓ Mobile Web App Optimization</a:t>
            </a:r>
          </a:p>
          <a:p>
            <a:pPr>
              <a:defRPr sz="1200">
                <a:solidFill>
                  <a:srgbClr val="F0F2FF"/>
                </a:solidFill>
              </a:defRPr>
            </a:pPr>
            <a:r>
              <a:t>✓ Automated Email &amp; Push Alerts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463040"/>
            <a:ext cx="3383280" cy="457200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00E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73736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699"/>
                </a:solidFill>
              </a:defRPr>
            </a:pPr>
            <a:r>
              <a:t>Phase 3: DAO &amp; Scale (Q4 2026)</a:t>
            </a:r>
          </a:p>
          <a:p>
            <a:pPr>
              <a:defRPr sz="1200">
                <a:solidFill>
                  <a:srgbClr val="F0F2FF"/>
                </a:solidFill>
              </a:defRPr>
            </a:pPr>
            <a:r>
              <a:t>✓ Community DAO Governance</a:t>
            </a:r>
          </a:p>
          <a:p>
            <a:pPr>
              <a:defRPr sz="1200">
                <a:solidFill>
                  <a:srgbClr val="F0F2FF"/>
                </a:solidFill>
              </a:defRPr>
            </a:pPr>
            <a:r>
              <a:t>✓ Decentralized Juror Dispute Network</a:t>
            </a:r>
          </a:p>
          <a:p>
            <a:pPr>
              <a:defRPr sz="1200">
                <a:solidFill>
                  <a:srgbClr val="F0F2FF"/>
                </a:solidFill>
              </a:defRPr>
            </a:pPr>
            <a:r>
              <a:t>✓ Cross-chain Bridges (Ethereum/Solana)</a:t>
            </a:r>
          </a:p>
          <a:p>
            <a:pPr>
              <a:defRPr sz="1200">
                <a:solidFill>
                  <a:srgbClr val="F0F2FF"/>
                </a:solidFill>
              </a:defRPr>
            </a:pPr>
            <a:r>
              <a:t>✓ Enterprise Talent Pools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A1E2E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645920"/>
            <a:ext cx="8869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F2FE"/>
                </a:solidFill>
              </a:defRPr>
            </a:pPr>
            <a:r>
              <a:t>JOIN THE DASHY PROTOCOL</a:t>
            </a:r>
          </a:p>
          <a:p>
            <a:pPr>
              <a:defRPr sz="2000">
                <a:solidFill>
                  <a:srgbClr val="F0F2FF"/>
                </a:solidFill>
              </a:defRPr>
            </a:pPr>
            <a:r>
              <a:t>Experience the Future of Decentralized Freelance Labor on Stellar.</a:t>
            </a:r>
          </a:p>
          <a:p>
            <a:br/>
            <a:pPr>
              <a:defRPr sz="1500" b="1">
                <a:solidFill>
                  <a:srgbClr val="00E699"/>
                </a:solidFill>
              </a:defRPr>
            </a:pPr>
            <a:r>
              <a:t>🔗 Live DApp Terminal: https://dashy-freelance-seven.vercel.app/</a:t>
            </a:r>
          </a:p>
          <a:p>
            <a:pPr>
              <a:defRPr sz="1400">
                <a:solidFill>
                  <a:srgbClr val="96A0B9"/>
                </a:solidFill>
              </a:defRPr>
            </a:pPr>
            <a:r>
              <a:t>📄 Smart Contracts: Soroban Testnet (EscrowVault &amp; ProofWork)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